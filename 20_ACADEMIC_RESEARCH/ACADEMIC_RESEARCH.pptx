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Academic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TYPESENSE | Category: SEARCH_ENGINES</a:t>
            </a:r>
          </a:p>
          <a:p>
            <a:r>
              <a:rPr sz="1400"/>
              <a:t>Upstream: https://github.com/typesense/typesense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academic research for the Anticloud integration of TYPESENSE.</a:t>
            </a:r>
          </a:p>
          <a:p>
            <a:r>
              <a:rPr sz="1400"/>
              <a:t>Typo-tolerant search engine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TYPESENSE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